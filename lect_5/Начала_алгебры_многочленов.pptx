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58125" y="285750"/>
            <a:ext cx="857250" cy="1244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6218" b="1" dirty="0">
                <a:solidFill>
                  <a:srgbClr val="D4AF37">
                    <a:alpha val="15000"/>
                  </a:srgbClr>
                </a:solidFill>
              </a:rPr>
              <a:t>∫</a:t>
            </a:r>
            <a:endParaRPr lang="en-US" sz="6218" dirty="0"/>
          </a:p>
        </p:txBody>
      </p:sp>
      <p:sp>
        <p:nvSpPr>
          <p:cNvPr id="4" name="Text 1"/>
          <p:cNvSpPr/>
          <p:nvPr/>
        </p:nvSpPr>
        <p:spPr>
          <a:xfrm>
            <a:off x="357188" y="3748683"/>
            <a:ext cx="714375" cy="10376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800"/>
              </a:lnSpc>
              <a:buNone/>
            </a:pPr>
            <a:r>
              <a:rPr lang="en-US" sz="5182" b="1" dirty="0">
                <a:solidFill>
                  <a:srgbClr val="D4AF37">
                    <a:alpha val="10000"/>
                  </a:srgbClr>
                </a:solidFill>
              </a:rPr>
              <a:t>∑</a:t>
            </a:r>
            <a:endParaRPr lang="en-US" sz="5182" dirty="0"/>
          </a:p>
        </p:txBody>
      </p:sp>
      <p:sp>
        <p:nvSpPr>
          <p:cNvPr id="5" name="Text 2"/>
          <p:cNvSpPr/>
          <p:nvPr/>
        </p:nvSpPr>
        <p:spPr>
          <a:xfrm>
            <a:off x="1785938" y="808332"/>
            <a:ext cx="5572125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spc="1" kern="0" dirty="0">
                <a:solidFill>
                  <a:srgbClr val="FFFFFF"/>
                </a:solidFill>
              </a:rPr>
              <a:t>Начала алгебры многочленов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1785938" y="2497829"/>
            <a:ext cx="55721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D4AF37"/>
                </a:solidFill>
              </a:rPr>
              <a:t>Глава 3 курса алгебры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1785938" y="3056827"/>
            <a:ext cx="5572125" cy="694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E8F0F5"/>
                </a:solidFill>
              </a:rPr>
              <a:t>Изучение </a:t>
            </a:r>
            <a:pPr algn="ctr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D4AF37"/>
                </a:solidFill>
              </a:rPr>
              <a:t>многочленов</a:t>
            </a:r>
            <a:pPr algn="ctr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E8F0F5"/>
                </a:solidFill>
              </a:rPr>
              <a:t> как фундаментальной алгебраической структуры</a:t>
            </a:r>
            <a:pPr algn="ctr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E8F0F5"/>
                </a:solidFill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E8F0F5"/>
                </a:solidFill>
              </a:rPr>
              <a:t> Корни, факторизация, основная теорема алгебры</a:t>
            </a:r>
            <a:pPr algn="ctr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E8F0F5"/>
                </a:solidFill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E8F0F5"/>
                </a:solidFill>
              </a:rPr>
              <a:t> Симметрические многочлены и их приложения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1785938" y="4179791"/>
            <a:ext cx="55721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B0C4DE"/>
                </a:solidFill>
              </a:rPr>
              <a:t>По учебнику А.И. Виенборга "Курс алгебры"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2025-12-14T08:35:42Z</dcterms:created>
  <dcterms:modified xsi:type="dcterms:W3CDTF">2025-12-14T08:35:42Z</dcterms:modified>
</cp:coreProperties>
</file>